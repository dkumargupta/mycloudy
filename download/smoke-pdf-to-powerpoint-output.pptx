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5334000" cy="37719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
</Relationships>
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image" Target="../media/image1.jpg"/>
</Relationships>
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image" Target="../media/image2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1" descr="Page 1 of smoke-pdf-to-powerpoint-fixture.pd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33400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2" descr="Page 2 of smoke-pdf-to-powerpoint-fixture.pd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56" cy="106920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yCloudy">
  <a:themeElements>
    <a:clrScheme name="MyCloud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Cloud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yCloud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  <a:prstDash val="solid"/>
        </a:ln>
        <a:ln>
          <a:solidFill>
            <a:schemeClr val="phClr"/>
          </a:solidFill>
          <a:prstDash val="solid"/>
        </a:ln>
        <a:ln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