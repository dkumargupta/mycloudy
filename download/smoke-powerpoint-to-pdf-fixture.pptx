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2.xml"/>
<Relationship Id="rId3" Type="http://schemas.openxmlformats.org/officeDocument/2006/relationships/slide" Target="slides/slide1.xml"/>
<Relationship Id="rId4" Type="http://schemas.openxmlformats.org/officeDocument/2006/relationships/slide" Target="slides/slide3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pic1.png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pic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762000" y="508000"/>
            <a:ext cx="10668000" cy="1270000"/>
          </a:xfrm>
          <a:prstGeom prst="rect">
            <a:avLst/>
          </a:prstGeom>
        </p:spPr>
        <p:txBody>
          <a:bodyPr/>
          <a:p>
            <a:pPr algn="ctr"/>
            <a:r>
              <a:rPr sz="3200" b="1"/>
              <a:t>Slide Title</a:t>
            </a:r>
          </a:p>
        </p:txBody>
      </p:sp>
      <p:sp>
        <p:nvSpPr>
          <p:cNvPr id="3" name="Hindi 2"/>
          <p:cNvSpPr txBox="1"/>
          <p:nvPr/>
        </p:nvSpPr>
        <p:spPr>
          <a:xfrm>
            <a:off x="762000" y="2794000"/>
            <a:ext cx="5080000" cy="762000"/>
          </a:xfrm>
          <a:prstGeom prst="rect">
            <a:avLst/>
          </a:prstGeom>
        </p:spPr>
        <p:txBody>
          <a:bodyPr/>
          <a:p>
            <a:r>
              <a:rPr sz="1800"/>
              <a:t>स्लाइड शीर्षक</a:t>
            </a:r>
          </a:p>
        </p:txBody>
      </p:sp>
      <p:sp>
        <p:nvSpPr>
          <p:cNvPr id="4" name="Body 3"/>
          <p:cNvSpPr txBox="1"/>
          <p:nvPr/>
        </p:nvSpPr>
        <p:spPr>
          <a:xfrm>
            <a:off x="762000" y="4318000"/>
            <a:ext cx="5080000" cy="1016000"/>
          </a:xfrm>
          <a:prstGeom prst="rect">
            <a:avLst/>
          </a:prstGeom>
        </p:spPr>
        <p:txBody>
          <a:bodyPr/>
          <a:p>
            <a:r>
              <a:t>Auto fitted </a:t>
            </a:r>
            <a:r>
              <a:t>body text without an explicit size.</a:t>
            </a:r>
          </a:p>
        </p:txBody>
      </p:sp>
      <p:sp>
        <p:nvSpPr>
          <p:cNvPr id="5" name="Footer 4"/>
          <p:cNvSpPr txBox="1"/>
          <p:nvPr/>
        </p:nvSpPr>
        <p:spPr>
          <a:xfrm>
            <a:off x="762000" y="5207000"/>
            <a:ext cx="10668000" cy="762000"/>
          </a:xfrm>
          <a:prstGeom prst="rect">
            <a:avLst/>
          </a:prstGeom>
        </p:spPr>
        <p:txBody>
          <a:bodyPr/>
          <a:p>
            <a:r>
              <a:rPr sz="1400"/>
              <a:t>Line one</a:t>
            </a:r>
            <a:br/>
            <a:r>
              <a:rPr sz="1400"/>
              <a:t>Line &amp; two क</a:t>
            </a: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350000" y="3810000"/>
            <a:ext cx="381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1"/>
          <p:cNvSpPr txBox="1"/>
          <p:nvPr/>
        </p:nvSpPr>
        <p:spPr>
          <a:xfrm>
            <a:off x="508000" y="381000"/>
            <a:ext cx="11176000" cy="889000"/>
          </a:xfrm>
          <a:prstGeom prst="rect">
            <a:avLst/>
          </a:prstGeom>
        </p:spPr>
        <p:txBody>
          <a:bodyPr/>
          <a:p>
            <a:r>
              <a:rPr sz="2800" b="1"/>
              <a:t>Cover Title</a:t>
            </a:r>
          </a:p>
        </p:txBody>
      </p:sp>
      <p:pic>
        <p:nvPicPr>
          <p:cNvPr id="3" name="Cover 2"/>
          <p:cNvPicPr/>
          <p:nvPr/>
        </p:nvPicPr>
        <p:blipFill>
          <a:blip r:embed="rId1"/>
          <a:stretch>
            <a:fillRect/>
          </a:stretch>
        </p:blipFill>
        <p:spPr>
          <a:xfrm>
            <a:off x="508000" y="1270000"/>
            <a:ext cx="111760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yCloudy">
  <a:themeElements>
    <a:clrScheme name="MyCloud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Cloud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yCloud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  <a:prstDash val="solid"/>
        </a:ln>
        <a:ln>
          <a:solidFill>
            <a:schemeClr val="phClr"/>
          </a:solidFill>
          <a:prstDash val="solid"/>
        </a:ln>
        <a:ln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