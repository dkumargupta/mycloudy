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"/>
  </p:sldMasterIdLst>
  <p:notesMasterIdLst>
    <p:notesMasterId r:id="rId4"/>
  </p:notesMasterIdLst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0" name="Notes Placeholder 2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5486400" cy="50292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dirty="0" sz="1200"/>
              <a:t>Speaker notes: highlight the 24% revenue growth.</a:t>
            </a:r>
          </a:p>
          <a:p>
            <a:pPr>
              <a:buNone/>
            </a:pPr>
            <a:r>
              <a:rPr lang="en-US" dirty="0" sz="1200"/>
              <a:t>Wrap up on time.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3200" cy="1371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dirty="0" b="1" sz="4400">
                <a:solidFill>
                  <a:srgbClr val="1F2937"/>
                </a:solidFill>
              </a:rPr>
              <a:t>Quarterly Report</a:t>
            </a:r>
          </a:p>
        </p:txBody>
      </p:sp>
      <p:sp>
        <p:nvSpPr>
          <p:cNvPr id="0" name="Content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10363200" cy="4572000"/>
          </a:xfrm>
          <a:prstGeom prst="rect">
            <a:avLst/>
          </a:prstGeom>
        </p:spPr>
        <p:txBody>
          <a:bodyPr/>
          <a:lstStyle/>
          <a:p>
            <a:pPr>
              <a:buFont typeface="Arial"/>
              <a:buChar char="•"/>
            </a:pPr>
            <a:r>
              <a:rPr lang="en-US" dirty="0" sz="2000"/>
              <a:t>Revenue </a:t>
            </a:r>
            <a:r>
              <a:rPr lang="en-US" dirty="0" b="1" sz="2000"/>
              <a:t>grew 24%</a:t>
            </a:r>
            <a:r>
              <a:rPr lang="en-US" dirty="0" sz="2000"/>
              <a:t> this quarter.</a:t>
            </a:r>
          </a:p>
          <a:p>
            <a:pPr>
              <a:buFont typeface="Arial"/>
              <a:buChar char="•"/>
            </a:pPr>
            <a:r>
              <a:rPr lang="en-US" dirty="0" i="1" sz="2000">
                <a:solidFill>
                  <a:srgbClr val="C0392B"/>
                </a:solidFill>
              </a:rPr>
              <a:t>Delivery slipped — now back on schedule.</a:t>
            </a:r>
          </a:p>
          <a:p>
            <a:pPr>
              <a:buNone/>
            </a:pPr>
            <a:r>
              <a:rPr lang="en-US" dirty="0" sz="1800"/>
              <a:t>Next quarter targets are set.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3200" cy="13716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US" dirty="0" b="1" sz="4400">
                <a:solidFill>
                  <a:srgbClr val="1F2937"/>
                </a:solidFill>
              </a:rPr>
              <a:t>Next Steps</a:t>
            </a:r>
          </a:p>
        </p:txBody>
      </p:sp>
      <p:grpSp>
        <p:nvGrpSpPr>
          <p:cNvPr id="0" name=""/>
          <p:cNvGrpSpPr/>
          <p:nvPr/>
        </p:nvGrpSpPr>
        <p:grpSpPr>
          <a:xfrm>
            <a:off x="914400" y="1828800"/>
            <a:ext cx="9144000" cy="4572000"/>
            <a:chOff x="0" y="0"/>
            <a:chExt cx="4572000" cy="2286000"/>
          </a:xfrm>
        </p:grpSpPr>
        <p:sp>
          <p:nvSpPr>
            <p:cNvPr id="0" name="Step 1"/>
            <p:cNvSpPr>
              <a:spLocks noGrp="1"/>
            </p:cNvSpPr>
            <p:nvPr/>
          </p:nvSpPr>
          <p:spPr>
            <a:xfrm>
              <a:off x="0" y="0"/>
              <a:ext cx="4572000" cy="1143000"/>
            </a:xfrm>
            <a:prstGeom prst="rect">
              <a:avLst/>
            </a:prstGeom>
          </p:spPr>
          <p:txBody>
            <a:bodyPr/>
            <a:lstStyle/>
            <a:p>
              <a:pPr>
                <a:buNone/>
              </a:pPr>
              <a:r>
                <a:rPr lang="en-US" dirty="0" sz="2000"/>
                <a:t>Step one</a:t>
              </a:r>
            </a:p>
          </p:txBody>
        </p:sp>
        <p:sp>
          <p:nvSpPr>
            <p:cNvPr id="0" name="Step 2"/>
            <p:cNvSpPr>
              <a:spLocks noGrp="1"/>
            </p:cNvSpPr>
            <p:nvPr/>
          </p:nvSpPr>
          <p:spPr>
            <a:xfrm>
              <a:off x="0" y="1143000"/>
              <a:ext cx="4572000" cy="1143000"/>
            </a:xfrm>
            <a:prstGeom prst="rect">
              <a:avLst/>
            </a:prstGeom>
          </p:spPr>
          <p:txBody>
            <a:bodyPr/>
            <a:lstStyle/>
            <a:p>
              <a:pPr>
                <a:buNone/>
              </a:pPr>
              <a:r>
                <a:rPr lang="en-US" dirty="0" sz="2000"/>
                <a:t>Step two</a:t>
              </a:r>
            </a:p>
          </p:txBody>
        </p:sp>
      </p:grpSp>
    </p:spTree>
  </p:cSld>
</p:sld>
</file>

<file path=ppt/theme/theme1.xml><?xml version="1.0" encoding="utf-8"?>
<a:theme xmlns:a="http://schemas.openxmlformats.org/drawingml/2006/main" name="M">
  <a:themeElements>
    <a:clrScheme name="M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</a:themeElements>
</a:theme>
</file>